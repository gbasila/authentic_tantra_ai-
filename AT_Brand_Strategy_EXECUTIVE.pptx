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АУТЕНТИЧНАЯ ТАНТРА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Аутентичная Тантра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для продюсера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34840" y="3977640"/>
            <a:ext cx="137160" cy="1371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Виктория Захарова  ·  Июль 2026  ·  Краткая версия 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 В ОДНОМ ПРЕДЛОЖЕНИИ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Аутентичная Тантра — это возвращение к себе через тело, тишину и практику; премиум-путь осознанного воплощения для тех, кто уже построил всё внешнее — и возвращается к внутреннему.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· ·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МИССИЯ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Возвращать взрослых, состоявшихся людей к самим себе — чтобы они могли жить полной жизнью, не теряя связи с собой.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Осознанное Воплощение — новая категория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B2A28"/>
          </a:solidFill>
          <a:ln w="6350">
            <a:solidFill>
              <a:srgbClr val="2B2A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146304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146304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9456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— НЕ ЭТО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2356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— ВОТ ЭТО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Неотантра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Сексуальная энергия как товар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как учитель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Эзотерика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Чакры, мандалы, мистика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Каула-практика в мирской жизни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Психология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травм в разговорах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Возвращение через тело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Саморазвитие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«Стань лучшей версией»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Вспомни, кто ты уже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Категорию создаём мы. До сих пор её никто в русскоязычном рынке точно не занял.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ПОЗИЦИОНИРОВАНИЯ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мы стоим на рынке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65836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0228" y="1417320"/>
            <a:ext cx="9144" cy="2788920"/>
          </a:xfrm>
          <a:prstGeom prst="rect">
            <a:avLst/>
          </a:prstGeom>
          <a:solidFill>
            <a:srgbClr val="E5DDD0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07208"/>
            <a:ext cx="6583680" cy="9144"/>
          </a:xfrm>
          <a:prstGeom prst="rect">
            <a:avLst/>
          </a:prstGeom>
          <a:solidFill>
            <a:srgbClr val="E5DDD0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247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ГЛУБИНА  ·  Глубокая внутренняя работа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4279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ЭЗОТЕРИЧНОСТЬ  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ПОВЕРХНОСТНОСТЬ  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0" y="4279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ЗАЗЕМЛЁННОСТЬ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7400" y="2115922"/>
            <a:ext cx="164592" cy="164592"/>
          </a:xfrm>
          <a:prstGeom prst="ellipse">
            <a:avLst/>
          </a:prstGeom>
          <a:solidFill>
            <a:srgbClr val="6B6058"/>
          </a:solidFill>
          <a:ln w="12700">
            <a:solidFill>
              <a:srgbClr val="6B60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32623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Неотантра-школы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15768" y="1837030"/>
            <a:ext cx="164592" cy="164592"/>
          </a:xfrm>
          <a:prstGeom prst="ellipse">
            <a:avLst/>
          </a:prstGeom>
          <a:solidFill>
            <a:srgbClr val="6B6058"/>
          </a:solidFill>
          <a:ln w="12700">
            <a:solidFill>
              <a:srgbClr val="6B60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0784" y="204734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Эзотерические ретриты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28216" y="3343046"/>
            <a:ext cx="164592" cy="164592"/>
          </a:xfrm>
          <a:prstGeom prst="ellipse">
            <a:avLst/>
          </a:prstGeom>
          <a:solidFill>
            <a:srgbClr val="6B6058"/>
          </a:solidFill>
          <a:ln w="12700">
            <a:solidFill>
              <a:srgbClr val="6B60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55335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«Раскрой богиню»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44952" y="3566160"/>
            <a:ext cx="164592" cy="164592"/>
          </a:xfrm>
          <a:prstGeom prst="ellipse">
            <a:avLst/>
          </a:prstGeom>
          <a:solidFill>
            <a:srgbClr val="6B6058"/>
          </a:solidFill>
          <a:ln w="12700">
            <a:solidFill>
              <a:srgbClr val="6B60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9968" y="3776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Спиритуал-инфлюенс.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78424" y="3426714"/>
            <a:ext cx="164592" cy="164592"/>
          </a:xfrm>
          <a:prstGeom prst="ellipse">
            <a:avLst/>
          </a:prstGeom>
          <a:solidFill>
            <a:srgbClr val="6B6058"/>
          </a:solidFill>
          <a:ln w="12700">
            <a:solidFill>
              <a:srgbClr val="6B60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63702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/ коучинг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36792" y="3064154"/>
            <a:ext cx="164592" cy="164592"/>
          </a:xfrm>
          <a:prstGeom prst="ellipse">
            <a:avLst/>
          </a:prstGeom>
          <a:solidFill>
            <a:srgbClr val="6B6058"/>
          </a:solidFill>
          <a:ln w="12700">
            <a:solidFill>
              <a:srgbClr val="6B60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327446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Психология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1828800"/>
            <a:ext cx="292608" cy="292608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9864" y="1655064"/>
            <a:ext cx="640080" cy="64008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2167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TANTRA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0960" y="1417320"/>
            <a:ext cx="1280160" cy="2788920"/>
          </a:xfrm>
          <a:prstGeom prst="roundRect">
            <a:avLst>
              <a:gd name="adj" fmla="val 5714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 МЕСТО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18745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Правый верхний угол — заземлённо + глубоко.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32461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русскоязычный не занял эту точку.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аватара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Анна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Женщины 32–44, успешные, over-functioning. «Устала быть сильной».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2331720" cy="320040"/>
          </a:xfrm>
          <a:prstGeom prst="roundRect">
            <a:avLst>
              <a:gd name="adj" fmla="val 22857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05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 60%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Пары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20440" y="29718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35–50, любят, но живут как соседи. Хотят вернуть контакт.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3977640"/>
            <a:ext cx="2331720" cy="320040"/>
          </a:xfrm>
          <a:prstGeom prst="roundRect">
            <a:avLst>
              <a:gd name="adj" fmla="val 22857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4005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 15%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Алексей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29718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Мужчины-искатели 30–48, тех/фин/креатив. «Хочу реальности, а не теории».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977640"/>
            <a:ext cx="2331720" cy="320040"/>
          </a:xfrm>
          <a:prstGeom prst="roundRect">
            <a:avLst>
              <a:gd name="adj" fmla="val 22857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005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 25%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все три ищут: разрешение вернуться домой в себя — и проводника, который сам этот путь прошёл.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 БРЕНДА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Мудрец 60% + Возлюбленная 40%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9776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БРЕНД ГОВОРИТ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Шёпотом, не криком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Приглашение, не инструкция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тела, не концепции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«Мы вспоминаем», не «я научу»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520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Короткие предложения. Паузы.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840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 первым, всегда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691640"/>
            <a:ext cx="39776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БРЕНД НЕ ГОВОРИТ НИКОГДА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2240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«Просветление за 30 дней»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560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«Раскрой богиню / женственность»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880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2880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«Только сегодня! Скидка!»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2004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3200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Восклицательные знаки в копирайте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3520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Императивы «сделай, купи, прими»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840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3840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«Ученики, мастер, гуру»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ПРОДУКТОВАЯ ЭКОСИСТЕМА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тиров — от узнавания до передачи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3EEE4"/>
          </a:solidFill>
          <a:ln w="6350">
            <a:solidFill>
              <a:srgbClr val="F3E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контент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0" y="14173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бесплатно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Telegram, Lead Magnet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65376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EAE0CD"/>
          </a:solidFill>
          <a:ln w="6350">
            <a:solidFill>
              <a:srgbClr val="EAE0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653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86537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Мини-курс «Дыхание»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18653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€60–€90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86537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Самостоятельный, первое касание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D4C398"/>
          </a:solidFill>
          <a:ln w="6350">
            <a:solidFill>
              <a:srgbClr val="D4C3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134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3134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Закрытый канал по подписке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23134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€15–€25/мес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3134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Ежемесячные практики, голосовые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61488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A68A5B"/>
          </a:solidFill>
          <a:ln w="6350">
            <a:solidFill>
              <a:srgbClr val="A68A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614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7614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«Аутентичная Глубина»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27614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€500–€900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7614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Флагман. 8 недель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09544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8A6D3F"/>
          </a:solidFill>
          <a:ln w="6350">
            <a:solidFill>
              <a:srgbClr val="8A6D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2095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2095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«Ткачество»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0" y="32095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€900–€1 200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2095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Углубление для выпускников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7A2E2E"/>
          </a:solidFill>
          <a:ln w="6350">
            <a:solidFill>
              <a:srgbClr val="7A2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6576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36576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Ретрит «Центр»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0" y="3657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€2 500–€3 500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6576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дня, макс. 20 человек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105656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2B2A28"/>
          </a:solidFill>
          <a:ln w="6350">
            <a:solidFill>
              <a:srgbClr val="2B2A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1056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" y="41056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«Проводник»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97680" y="41056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€8 000–€15 000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41056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Годовая передача, 6–8 в год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ЗАПУСКАТЬ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делаем — что не делаем никогда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01168" cy="201168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Прогрев через опыт, не хайп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01168" cy="201168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1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Прозрачная цена и условия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201168" cy="201168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Application-based для тиров 3+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201168" cy="201168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Свобода отказа в каждом письме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201168" cy="201168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Голосовые от Виктории лично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201168" cy="201168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14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тишине между письмами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286000"/>
            <a:ext cx="201168" cy="201168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286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Countdown-таймеры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651760"/>
            <a:ext cx="201168" cy="201168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651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Фейковый дефицит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3017520"/>
            <a:ext cx="201168" cy="201168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017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6636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Bonus-стеки на €500 «в подарок»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3383280"/>
            <a:ext cx="201168" cy="201168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«Только сегодня» / «последний шанс»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3749040"/>
            <a:ext cx="201168" cy="201168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6636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Автопродление без явного согласия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92040" y="4114800"/>
            <a:ext cx="201168" cy="201168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4114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6636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 через страх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ПРИНЯТИЯ РЕШЕНИЙ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Задай 7 вопросов перед любой идеей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43560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Соответствует ли это философии возвращения, а не достижения?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Помогает ли это человеку стать ближе к себе (не к нам)?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0864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3134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здесь глубина или только эффектность?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79776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75234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превращаем ли мы тантру в товар?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18688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19125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используем ли страх, давление или манипуляцию?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63016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Прозвучало бы это тепло, если бы это была Виктория лично?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96512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069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Оставляет ли это пространство для тишины?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61772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7A2E2E"/>
          </a:solidFill>
          <a:ln w="6350">
            <a:solidFill>
              <a:srgbClr val="7A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Хотя бы один «нет» — решение требует пересмотра.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СОЗДАТЕЛЯ БРЕНДА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Ты не продвигаешь курс.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Ты держишь пространство.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создаём культурную категорию — «Осознанное Воплощение».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 нужны люди, которые слушают больше, чем говорят.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Спокойные в своей коже.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сказать «нет» модному ради верного бренду.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версия — 40 слайдов — прилагается.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Authentic Tantra · Executive Summary</dc:title>
  <dc:subject>PptxGenJS Presentation</dc:subject>
  <dc:creator>Виктория Захарова · Аутентичная Тантра</dc:creator>
  <cp:lastModifiedBy>Виктория Захарова · Аутентичная Тантра</cp:lastModifiedBy>
  <cp:revision>1</cp:revision>
  <dcterms:created xsi:type="dcterms:W3CDTF">2026-07-11T04:17:42Z</dcterms:created>
  <dcterms:modified xsi:type="dcterms:W3CDTF">2026-07-11T04:17:42Z</dcterms:modified>
</cp:coreProperties>
</file>